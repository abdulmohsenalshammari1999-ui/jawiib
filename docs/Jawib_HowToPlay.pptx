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4023360"/>
            <a:ext cx="2560320" cy="2560320"/>
          </a:xfrm>
          <a:prstGeom prst="ellipse">
            <a:avLst/>
          </a:prstGeom>
          <a:solidFill>
            <a:srgbClr val="1D4ED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65760"/>
            <a:ext cx="2011680" cy="2011680"/>
          </a:xfrm>
          <a:prstGeom prst="ellipse">
            <a:avLst/>
          </a:prstGeom>
          <a:solidFill>
            <a:srgbClr val="B91C1C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5669280"/>
            <a:ext cx="1463040" cy="146304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D4A94A"/>
                </a:solidFill>
              </a:rPr>
              <a:t>جاويب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JAWIB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D9C8"/>
                </a:solidFill>
              </a:rPr>
              <a:t>دليل اللعب   •   How to 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291072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2"/>
                </a:solidFill>
              </a:rPr>
              <a:t>🏆  لعبة المعرفة الكويتية  •  The Gulf Knowledge Game  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WHAT IS JAWIB?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🧠  ما هو جاويب؟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501140"/>
            <a:ext cx="5394960" cy="4754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94960" cy="475488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Jawib is a team trivia battle for 2–8 players.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Pick your categories from 22 topics spanning Gulf culture, history, science, sport, and more.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Two teams take turns selecting questions from a 6×8 point board.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Answer correctly to earn points. Wrong? The other team steals!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Deploy weapons to turn the tide — bombs, shields, forced categories.</a:t>
            </a:r>
          </a:p>
          <a:p>
            <a:pPr algn="l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The team with the most points when the board clears wins.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12052" y="1501140"/>
            <a:ext cx="5394960" cy="4754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3952" y="1463040"/>
            <a:ext cx="5394960" cy="475488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</a:rPr>
              <a:t>لعبة معلومات فريق للاعبين من ٢ إلى ٨</a:t>
            </a:r>
          </a:p>
          <a:p>
            <a:pPr algn="r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اختاروا فئاتكم من ٢٢ موضوع: خليج، تاريخ، علوم، رياضة…</a:t>
            </a:r>
          </a:p>
          <a:p>
            <a:pPr algn="r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فريقان يتناوبان على اختيار الأسئلة من لوحة نقاط ٦×٨.</a:t>
            </a:r>
          </a:p>
          <a:p>
            <a:pPr algn="r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أجب صح تكسب نقاط. غلطت؟ الفريق الثاني يسرق!</a:t>
            </a:r>
          </a:p>
          <a:p>
            <a:pPr algn="r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استخدم الأسلحة لتقلب الموازين — قنابل، دروع، فئات مفروضة.</a:t>
            </a:r>
          </a:p>
          <a:p>
            <a:pPr algn="r">
              <a:spcBef>
                <a:spcPts val="600"/>
              </a:spcBef>
            </a:pPr>
            <a:r>
              <a:rPr sz="1350" b="0" i="0">
                <a:solidFill>
                  <a:srgbClr val="E2D9C8"/>
                </a:solidFill>
              </a:rPr>
              <a:t>• الفريق الأكثر نقاطاً عند انتهاء اللوحة يفوز.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TEAMS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👥  تشكيل الفريقين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455420"/>
            <a:ext cx="5394960" cy="493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94960" cy="493776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72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Team Alpha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933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فريق البحر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🔵  Hosts the game on their device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🔵  Always plays first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🔵  Blue colour throughout the UI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🔵  ١–٤ players on the same team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🔵  يبدؤون أول جولة دائماً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2052" y="1455420"/>
            <a:ext cx="5394960" cy="493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3952" y="1417320"/>
            <a:ext cx="5394960" cy="493776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15087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1572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</a:rPr>
              <a:t>Team 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99339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فريق البر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487168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🔴  Plays on the same shared device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🔴  Responds after Team Alpha's turn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🔴  Red colour throughout the UI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🔴  ١–٤ players on the same team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E2D9C8"/>
                </a:solidFill>
              </a:rPr>
              <a:t>🔴  يلعبون في دورهم بعد البحر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3246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94A"/>
                </a:solidFill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CATEGORY DRAFT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</a:rPr>
              <a:t>🗂️  اختيار الفئات — سحب الفئات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501140"/>
            <a:ext cx="2651760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651760" cy="292608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Team Alpha picks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D4ED8"/>
                </a:solidFill>
              </a:rPr>
              <a:t>يختار البحر أولاً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5932" y="1501140"/>
            <a:ext cx="2651760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1463040"/>
            <a:ext cx="2651760" cy="292608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91C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212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Team Beta picks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724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91C1C"/>
                </a:solidFill>
              </a:rPr>
              <a:t>يختار البر ثانياً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3724" y="1501140"/>
            <a:ext cx="2651760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1463040"/>
            <a:ext cx="2651760" cy="292608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91C1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212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Beta picks again (snake)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724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91C1C"/>
                </a:solidFill>
              </a:rPr>
              <a:t>البر يختار مرة أخرى (عكسي)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1516" y="1501140"/>
            <a:ext cx="2651760" cy="2926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2651760" cy="292608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554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2128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Alpha picks last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724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D4ED8"/>
                </a:solidFill>
              </a:rPr>
              <a:t>البحر يختار أخيراً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376" y="26517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26517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6517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140" y="4610100"/>
            <a:ext cx="11548872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572000"/>
            <a:ext cx="11548872" cy="1965960"/>
          </a:xfrm>
          <a:prstGeom prst="rect">
            <a:avLst/>
          </a:prstGeom>
          <a:solidFill>
            <a:srgbClr val="121222"/>
          </a:solidFill>
          <a:ln w="1905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94A"/>
                </a:solidFill>
              </a:rPr>
              <a:t>✅ 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74920"/>
            <a:ext cx="11064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2D9C8"/>
                </a:solidFill>
              </a:rPr>
              <a:t>Each team selects 3–4 categories from 22 available topics. These are the only categories that appear on your board — choose wisely based on your team's strengths!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94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2D9C8"/>
                </a:solidFill>
              </a:rPr>
              <a:t>كل فريق يختار ٣–٤ فئات من ٢٢ موضوع. هذه هي الفئات الوحيدة على لوحتك — اختر بذكاء!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THE GAME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🎮  لوحة اللعب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0152" y="1417320"/>
            <a:ext cx="1366520" cy="497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015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7472" y="1417320"/>
            <a:ext cx="1366520" cy="4978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747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4792" y="1417320"/>
            <a:ext cx="1366520" cy="497840"/>
          </a:xfrm>
          <a:prstGeom prst="rect">
            <a:avLst/>
          </a:prstGeom>
          <a:solidFill>
            <a:srgbClr val="C8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479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22112" y="1417320"/>
            <a:ext cx="1366520" cy="497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211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9432" y="1417320"/>
            <a:ext cx="1366520" cy="4978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943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56752" y="1417320"/>
            <a:ext cx="1366520" cy="497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6752" y="14173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9659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📚 ثقافة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70152" y="199136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015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7472" y="19913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747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4792" y="19913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479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22112" y="19913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2211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9432" y="19913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943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56752" y="199136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6752" y="19913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5146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⚽ رياضة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0152" y="25400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7015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7472" y="25400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747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4792" y="25400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479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22112" y="25400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2211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9432" y="254000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943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56752" y="25400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6752" y="25400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306324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📜 تاريخ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70152" y="30886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7015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7472" y="30886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747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04792" y="30886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0479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22112" y="308864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2211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9432" y="30886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943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56752" y="30886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6752" y="30886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361188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🕌 قرآن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70152" y="363728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7015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7472" y="363728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747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04792" y="363728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0479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22112" y="363728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2211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9432" y="363728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943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56752" y="363728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6752" y="363728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" y="41605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🐪 خليج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70152" y="418592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7015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87472" y="418592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8747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04792" y="418592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0479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22112" y="418592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2211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9432" y="418592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3943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56752" y="418592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56752" y="418592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7472" y="47091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🔭 علوم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70152" y="473456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7015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887472" y="47345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8747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04792" y="47345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0479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22112" y="47345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2211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9432" y="473456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943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56752" y="473456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56752" y="473456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472" y="5257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🗺️ جغرافيا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70152" y="52832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7015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887472" y="52832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8747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04792" y="52832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0479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22112" y="52832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2211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39432" y="528320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3943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56752" y="528320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56752" y="528320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7472" y="580644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2D9C8"/>
                </a:solidFill>
              </a:rPr>
              <a:t>🥘 أكل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470152" y="58318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47015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87472" y="58318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8747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304792" y="58318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0479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722112" y="5831840"/>
            <a:ext cx="1366520" cy="497840"/>
          </a:xfrm>
          <a:prstGeom prst="rect">
            <a:avLst/>
          </a:prstGeom>
          <a:solidFill>
            <a:srgbClr val="101018"/>
          </a:solidFill>
          <a:ln w="1270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2211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8078"/>
                </a:solidFill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139432" y="58318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943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556752" y="5831840"/>
            <a:ext cx="1366520" cy="497840"/>
          </a:xfrm>
          <a:prstGeom prst="rect">
            <a:avLst/>
          </a:prstGeom>
          <a:solidFill>
            <a:srgbClr val="20203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56752" y="5831840"/>
            <a:ext cx="1366520" cy="49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4128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5803D"/>
                </a:solidFill>
              </a:rPr>
              <a:t>100 pts — Easiest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4128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880A"/>
                </a:solidFill>
              </a:rPr>
              <a:t>300 pts — Medium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28D9"/>
                </a:solidFill>
              </a:rPr>
              <a:t>600 pts — Hardest!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4128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078"/>
                </a:solidFill>
              </a:rPr>
              <a:t>✓ = Already answered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6236208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078"/>
                </a:solidFill>
              </a:rPr>
              <a:t>← 6 difficulty tiers   |   8 categories →   |   48 total cells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QUESTION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❓  كيف تسير الجولة؟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24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Correct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58140" y="1455420"/>
            <a:ext cx="192024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920240" cy="274320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03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Active team
picks a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971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D4ED8"/>
                </a:solidFill>
              </a:rPr>
              <a:t>الفريق الفعال
يختار خانة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2468880"/>
            <a:ext cx="146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6396" y="1455420"/>
            <a:ext cx="192024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68296" y="1417320"/>
            <a:ext cx="1920240" cy="2743200"/>
          </a:xfrm>
          <a:prstGeom prst="rect">
            <a:avLst/>
          </a:prstGeom>
          <a:solidFill>
            <a:srgbClr val="1212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1508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2103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Question
appears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8024" y="2971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C3AED"/>
                </a:solidFill>
              </a:rPr>
              <a:t>السؤال
يظهر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146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4652" y="1455420"/>
            <a:ext cx="192024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417320"/>
            <a:ext cx="1920240" cy="2743200"/>
          </a:xfrm>
          <a:prstGeom prst="rect">
            <a:avLst/>
          </a:prstGeom>
          <a:solidFill>
            <a:srgbClr val="12122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508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Timer
counts down
(30 sec)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971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</a:rPr>
              <a:t>العداد
يبدأ
٣٠ ثانية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68880"/>
            <a:ext cx="146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2908" y="1455420"/>
            <a:ext cx="192024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4808" y="1417320"/>
            <a:ext cx="1920240" cy="2743200"/>
          </a:xfrm>
          <a:prstGeom prst="rect">
            <a:avLst/>
          </a:prstGeom>
          <a:solidFill>
            <a:srgbClr val="12122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1508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103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Correct!
Earn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2971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</a:rPr>
              <a:t>صح!
اكسب نقاط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468880"/>
            <a:ext cx="146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51164" y="1455420"/>
            <a:ext cx="1920240" cy="274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13064" y="1417320"/>
            <a:ext cx="1920240" cy="2743200"/>
          </a:xfrm>
          <a:prstGeom prst="rect">
            <a:avLst/>
          </a:prstGeom>
          <a:solidFill>
            <a:srgbClr val="121222"/>
          </a:solidFill>
          <a:ln w="1905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04504" y="1508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21031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Turn passes
to other 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2971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4A94A"/>
                </a:solidFill>
              </a:rPr>
              <a:t>الدور
يمر للفريق
الآخر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142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</a:rPr>
              <a:t>❌ Wrong / timeout path (steal phase)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140" y="4472940"/>
            <a:ext cx="1920240" cy="210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434840"/>
            <a:ext cx="1920240" cy="210312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507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49834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Wrong /
Time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56692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</a:rPr>
              <a:t>خطأ أو
انتهى الوقت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9424" y="525780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06396" y="4472940"/>
            <a:ext cx="1920240" cy="210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68296" y="4434840"/>
            <a:ext cx="1920240" cy="2103120"/>
          </a:xfrm>
          <a:prstGeom prst="rect">
            <a:avLst/>
          </a:prstGeom>
          <a:solidFill>
            <a:srgbClr val="12122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9736" y="4507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8024" y="49834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Other team
gets steal
chance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8024" y="56692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97706"/>
                </a:solidFill>
              </a:rPr>
              <a:t>الفريق الآخر
فرصة سرقة
١٥ ثانية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525780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4652" y="4472940"/>
            <a:ext cx="1920240" cy="210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16552" y="4434840"/>
            <a:ext cx="1920240" cy="2103120"/>
          </a:xfrm>
          <a:prstGeom prst="rect">
            <a:avLst/>
          </a:prstGeom>
          <a:solidFill>
            <a:srgbClr val="12122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4507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9834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Steal correct
→ they earn
points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6692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</a:rPr>
              <a:t>السرقة صح
يكسبون
نقاط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5936" y="525780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94A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02908" y="4472940"/>
            <a:ext cx="1920240" cy="2103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64808" y="4434840"/>
            <a:ext cx="1920240" cy="2103120"/>
          </a:xfrm>
          <a:prstGeom prst="rect">
            <a:avLst/>
          </a:prstGeom>
          <a:solidFill>
            <a:srgbClr val="121222"/>
          </a:solidFill>
          <a:ln w="19050">
            <a:solidFill>
              <a:srgbClr val="88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8" y="4507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74536" y="49834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Steal wrong
→ no points
for anyone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4536" y="566928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078"/>
                </a:solidFill>
              </a:rPr>
              <a:t>السرقة خطأ
لا نقاط
لأحد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POINT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💰  درجات النقاط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70152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70152"/>
            <a:ext cx="164592" cy="728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5552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95552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520952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Straightforward facts — great for warming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470152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1470152"/>
            <a:ext cx="164592" cy="728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95552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495552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مبتدئ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520952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أسئلة مباشرة — ابدأ بها لتسخين الفريق.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74824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74824"/>
            <a:ext cx="164592" cy="728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00224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300224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325624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Common knowledge, a step up from 100.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274824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274824"/>
            <a:ext cx="164592" cy="72847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300224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369A1"/>
                </a:solidFill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300224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سهل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2325624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معلومات شائعة، درجة فوق المبتدئ.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79496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79496"/>
            <a:ext cx="164592" cy="728472"/>
          </a:xfrm>
          <a:prstGeom prst="rect">
            <a:avLst/>
          </a:prstGeom>
          <a:solidFill>
            <a:srgbClr val="C8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04896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104896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3130296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Requires some thought — good mid-game picks.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3079496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C88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08192" y="3079496"/>
            <a:ext cx="164592" cy="728472"/>
          </a:xfrm>
          <a:prstGeom prst="rect">
            <a:avLst/>
          </a:prstGeom>
          <a:solidFill>
            <a:srgbClr val="C8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104896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880A"/>
                </a:solidFill>
              </a:rPr>
              <a:t>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3104896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متوسط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2" y="3130296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تحتاج تفكيراً — خيار جيد في منتصف اللعبة.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84168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84168"/>
            <a:ext cx="164592" cy="7284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09568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909568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934968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Specialist knowledge; high reward.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3884168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3884168"/>
            <a:ext cx="164592" cy="7284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909568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5309"/>
                </a:solidFill>
              </a:rPr>
              <a:t>400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909568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صعب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3934968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معلومات متخصصة؛ مكافأة عالية.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688840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688840"/>
            <a:ext cx="164592" cy="7284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14240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714240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739640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Tricky questions — dangerous if you get it wrong.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4688840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08192" y="4688840"/>
            <a:ext cx="164592" cy="7284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714240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91C1C"/>
                </a:solidFill>
              </a:rPr>
              <a:t>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6872" y="4714240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خبير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28432" y="4739640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أسئلة خادعة — خطيرة إذا أخطأت.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493512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5493512"/>
            <a:ext cx="164592" cy="728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518912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5518912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Legend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5544312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Maximum points, maximum difficulty. Gamble wisely!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08192" y="5493512"/>
            <a:ext cx="5486400" cy="728472"/>
          </a:xfrm>
          <a:prstGeom prst="rect">
            <a:avLst/>
          </a:prstGeom>
          <a:solidFill>
            <a:srgbClr val="121222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08192" y="5493512"/>
            <a:ext cx="164592" cy="728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5518912"/>
            <a:ext cx="59436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D28D9"/>
                </a:solidFill>
              </a:rPr>
              <a:t>600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76872" y="5518912"/>
            <a:ext cx="1005840" cy="65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أسطوري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8432" y="5544312"/>
            <a:ext cx="3429000" cy="626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D9C8"/>
                </a:solidFill>
              </a:rPr>
              <a:t>أقصى نقاط، أقصى صعوبة. المقامرة بحكمة!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309360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⚡ Last Stand: Trailing team gets 3× multiplier when losing by ≥400 pts!  |  !٣× مضاعف للفريق المتأخر بـ ٤٠٠+ نقطة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SCORING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🧮  نظام النقاط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70152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70152"/>
            <a:ext cx="164592" cy="708152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08252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94A"/>
                </a:solidFill>
              </a:rPr>
              <a:t>Base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24152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النقاط الأساسية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08252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Cell value (100–600)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08252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قيمة الخانة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29104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29104"/>
            <a:ext cx="164592" cy="708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267204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Time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83104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مكافأة الوقت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67204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+10 pts per second remaining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67204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+١٠ نقطة لكل ثانية متبقية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88056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88056"/>
            <a:ext cx="164592" cy="708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026156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Streak Bonus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242056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مكافأة التتالي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26156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3 correct in a row → +25%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26156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٣ صح متتالية → +٢٥٪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7008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7008"/>
            <a:ext cx="164592" cy="708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85108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Last 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001008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الوقفة الأخيرة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785108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3× multiplier (one-time, trailing by ≥400)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85108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٣× مضاعف لمرة واحدة (متأخر بـ ٤٠٠+)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05960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505960"/>
            <a:ext cx="164592" cy="708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544060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</a:rPr>
              <a:t>Steal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759960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السرقة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544060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Wrong answer → opponent answers for full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544060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خطأ → الخصم يجيب بكامل النقاط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64912"/>
            <a:ext cx="11548872" cy="708152"/>
          </a:xfrm>
          <a:prstGeom prst="rect">
            <a:avLst/>
          </a:prstGeom>
          <a:solidFill>
            <a:srgbClr val="121222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264912"/>
            <a:ext cx="164592" cy="708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303012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Immunity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5518912"/>
            <a:ext cx="173736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الحصانة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303012"/>
            <a:ext cx="475488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D9C8"/>
                </a:solidFill>
              </a:rPr>
              <a:t>Weapon: no point deduction on wrong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303012"/>
            <a:ext cx="4389120" cy="63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D9C8"/>
                </a:solidFill>
              </a:rPr>
              <a:t>سلاح: لا خسارة نقاط عند الخطأ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172200"/>
            <a:ext cx="115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94A"/>
                </a:solidFill>
              </a:rPr>
              <a:t>Final Score = (Base + Time Bonus) × Streak × Last Stand Multiplier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WEAPONS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⚔️  نظام الأسلحة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455420"/>
            <a:ext cx="2130552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130552" cy="466344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947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240280"/>
            <a:ext cx="1929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</a:rPr>
              <a:t>Timer Bomb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69748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قنبلة الوقت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Halves the opponent's timer on their next question. Deploy before they pick.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599432"/>
            <a:ext cx="192938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يقطع وقت الخصم إلى النصف على سؤاله الجاي. استخدمه قبل اختيارهم.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9860" y="1455420"/>
            <a:ext cx="2130552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417320"/>
            <a:ext cx="2130552" cy="466344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508760"/>
            <a:ext cx="1947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240280"/>
            <a:ext cx="1929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Immunity Shield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69748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درع الحصانة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172968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If your team answers wrong once, you lose no points that 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4599432"/>
            <a:ext cx="192938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إذا أجاب فريقك خطأ مرة واحدة، لا تخسرون نقاطاً في تلك الجولة.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1580" y="1455420"/>
            <a:ext cx="2130552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417320"/>
            <a:ext cx="2130552" cy="4663440"/>
          </a:xfrm>
          <a:prstGeom prst="rect">
            <a:avLst/>
          </a:prstGeom>
          <a:solidFill>
            <a:srgbClr val="1212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508760"/>
            <a:ext cx="1947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240280"/>
            <a:ext cx="1929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Force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269748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فرض الفئة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172968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Force the opponent's NEXT question to come from a category you choose.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599432"/>
            <a:ext cx="192938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اجبر الخصم على الإجابة من الفئة التي تختارها في سؤاله القادم.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3300" y="1455420"/>
            <a:ext cx="2130552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417320"/>
            <a:ext cx="2130552" cy="4663440"/>
          </a:xfrm>
          <a:prstGeom prst="rect">
            <a:avLst/>
          </a:prstGeom>
          <a:solidFill>
            <a:srgbClr val="12122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508760"/>
            <a:ext cx="1947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2240280"/>
            <a:ext cx="1929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Ask a Friend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269748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اتصل بصديق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3172968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Grants +25 extra seconds on your team's current question timer.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8" y="4599432"/>
            <a:ext cx="192938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يمنح +٢٥ ثانية إضافية على عداد سؤال فريقك الحالي.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85020" y="1455420"/>
            <a:ext cx="2130552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6920" y="1417320"/>
            <a:ext cx="2130552" cy="4663440"/>
          </a:xfrm>
          <a:prstGeom prst="rect">
            <a:avLst/>
          </a:prstGeom>
          <a:solidFill>
            <a:srgbClr val="12122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1508760"/>
            <a:ext cx="1947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2240280"/>
            <a:ext cx="1929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Extra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2697480"/>
            <a:ext cx="1929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وقت إضافي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172968"/>
            <a:ext cx="1929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Adds +15 seconds to your current question — use when the clock is ticking.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4599432"/>
            <a:ext cx="192938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يضيف +١٥ ثانية على سؤالك الحالي — استخدمه والعداد يدق.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291072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4A94A"/>
                </a:solidFill>
              </a:rPr>
              <a:t>💡  Weapons are earned as you play. Use them strategically — each can only be used once!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THE STEAL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⚡  السرقة — The Steal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501140"/>
            <a:ext cx="5532120" cy="502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32120" cy="502920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</a:rPr>
              <a:t>How the Steal Works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1. Active team answers WRONG or runs out of time.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2. The OTHER team gets 15 seconds to steal.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3. If they answer correctly → they earn the FULL point value.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4. If they also answer wrong → NO points for anyone.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5. Either way, the question cell is marked as done.</a:t>
            </a:r>
          </a:p>
          <a:p>
            <a:pPr algn="l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6. Turn then moves to the opposing team as normal.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7772" y="1501140"/>
            <a:ext cx="5349240" cy="502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9672" y="1463040"/>
            <a:ext cx="5349240" cy="502920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6002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D4ED8"/>
                </a:solidFill>
              </a:rPr>
              <a:t>كيف تعمل السرقة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١. الفريق الفعال يجيب خطأ أو ينتهي وقته.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٢. الفريق الآخر يحصل على ١٥ ثانية للسرقة.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٣. إذا أجابوا صح → يكسبون كامل قيمة النقاط.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٤. إذا أجابوا خطأ → لا نقاط لأحد.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٥. في كلتا الحالتين، الخانة تُعلَّم كمجابة.</a:t>
            </a:r>
          </a:p>
          <a:p>
            <a:pPr algn="r">
              <a:spcBef>
                <a:spcPts val="700"/>
              </a:spcBef>
            </a:pPr>
            <a:r>
              <a:rPr sz="1350" b="0" i="0">
                <a:solidFill>
                  <a:srgbClr val="E2D9C8"/>
                </a:solidFill>
              </a:rPr>
              <a:t>٦. الدور يمر للفريق المقابل بشكل طبيعي.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</a:rPr>
              <a:t>📋  الفئات المتاحة — Available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4272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46812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812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ثقافة عامة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7292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Culture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92528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217928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792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رياضة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2272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42336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967736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67736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تاريخ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7253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92144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3717544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1754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قرآن وسنة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22344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Quran &amp; Sunnah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41952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467352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67352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خليجيات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7215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Gulf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9176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521716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716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علوم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2196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Science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144272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146812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146812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جغرافيا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177292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Geography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192528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2217928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21792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أكل ومطبخ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252272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Food &amp; Kitchen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2942336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2967736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2967736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دراما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27253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Drama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692144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3717544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371754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فن وموسيقى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40" y="4022344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Music &amp; Arts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4441952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9272" y="4467352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4467352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طرائف وألغاز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477215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Jokes &amp; Riddles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519176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19272" y="521716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🛢️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521716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أعمال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40" y="552196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Business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144272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146812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146812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سوشال ميديا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177292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Social Media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2192528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5352" y="2217928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21792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رمضانيات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252272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Ramadan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2942336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2967736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2967736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سفر وسياحة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327253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Travel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2200" y="3692144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45352" y="3717544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371754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عائلة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4022344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Family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4441952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45352" y="4467352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🇰🇼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4467352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تاريخ الكويت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4772152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Kuwait History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519176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45352" y="521716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521716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لهجة كويتية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552196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Kuwait Dialect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98280" y="1442720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71432" y="1468120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1468120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كرة خليجية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0" y="1772920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GCC Football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98280" y="2192528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71432" y="2217928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01200" y="2217928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ديوانية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0" y="252272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Diwaniya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98280" y="2942336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71432" y="2967736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🍛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0" y="2967736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مطبخ كويتي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0" y="327253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Kuwait Cuisine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3692144"/>
            <a:ext cx="2834640" cy="686308"/>
          </a:xfrm>
          <a:prstGeom prst="rect">
            <a:avLst/>
          </a:prstGeom>
          <a:solidFill>
            <a:srgbClr val="121222"/>
          </a:solidFill>
          <a:ln w="1016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71432" y="3717544"/>
            <a:ext cx="411480" cy="64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0" y="3717544"/>
            <a:ext cx="2267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مشاهير الخليج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0" y="4022344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</a:rPr>
              <a:t>Gulf Celebs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0040" y="64739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A94A"/>
                </a:solidFill>
              </a:rPr>
              <a:t>22 categories total  |  Teams draft 3–4 each per game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94A"/>
                </a:solidFill>
              </a:rPr>
              <a:t>STRATEGY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11548872" cy="2540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</a:rPr>
              <a:t>💡  نصائح استراتيجية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" y="1482852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44752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D4A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94A"/>
                </a:solidFill>
              </a:rPr>
              <a:t>🗂️  Draft Smart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47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اختر بذكاء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35915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Pick categories your team knows AND your opponents struggle with.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0723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اختر فئات يُتقنها فريقك وتصعب على خصمك.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5468" y="1482852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87368" y="1444752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📈  Build a Streak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947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اصنع تتالياً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5915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3 consecutive correct answers give +25% bonus — start with easy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0723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٣ إجابات صح متتالية = +٢٥٪ — ابدأ بالأسئلة السهلة.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2796" y="1482852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54696" y="1444752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554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💣  Time Your Bomb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1947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وقّت قنبلتك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235915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Drop the timer bomb right before a high-value question to cripple the steal.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0723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أطلق القنبلة قبل سؤال عالي القيمة لتشل سرقة الخصم.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8140" y="4152900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114800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🎯  Force Wisely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افرض بحكمة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50292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Force the category you excel at — give them your strongest subject.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74243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افرض الفئة التي تُتقنها — ضعهم في ملعبك.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5468" y="4152900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7368" y="4114800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⏱️  Use Time Weapons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استخدم أسلحة الوقت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0292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Extra time and Ask-a-Friend are safest to burn early.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74243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الوقت الإضافي والاتصال بصديق أفضل في المراحل المبكرة.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2796" y="4152900"/>
            <a:ext cx="3520440" cy="2468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54696" y="4114800"/>
            <a:ext cx="3520440" cy="2468880"/>
          </a:xfrm>
          <a:prstGeom prst="rect">
            <a:avLst/>
          </a:prstGeom>
          <a:solidFill>
            <a:srgbClr val="121222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🏳️  Last Stand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الوقفة الأخيرة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502920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D9C8"/>
                </a:solidFill>
              </a:rPr>
              <a:t>Down by 400? Trigger Last Stand for 3× — one big answer can flip the game.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74243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078"/>
                </a:solidFill>
              </a:rPr>
              <a:t>متأخر بـ ٤٠٠؟ فعّل الوقفة الأخيرة بـ ٣× — إجابة واحدة تقلب الموازين.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D4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4A94A"/>
                </a:solidFill>
              </a:rPr>
              <a:t>جاهزين تلعبون؟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272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Ready to Play?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9418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D9C8"/>
                </a:solidFill>
              </a:rPr>
              <a:t>Scan the QR code or visit the app  •  اضغط على الرابط أو امسح QR
• Draft your categories  •  اختر فئاتك
• Answer fast  •  اسرع بالإجابة  •  Steal wisely  •  اسرق بذكاء
• Most points wins!  •  الأكثر نقاطاً يفوز!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2"/>
                </a:solidFill>
              </a:rPr>
              <a:t>Good Luck  •  بالتوفيق  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078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